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E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Gartner Insight | HRBP AI Transformation Strategy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全球實務指南 (Gartner Insights)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現狀挑戰 (The Paradox)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目前僅有 51% 領導者滿意其 HRBP 的策略貢獻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(Strategic Discussions)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行政事務產能分配不均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 Capacity Allocation)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正快速吸收事務性工作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Absorption)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面臨角色被重複執行與未充分利用的風險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(Risk of Underleverage)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未來角色：策略人才領袖 (STL)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引導人力重新設計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 AI 倫理與偏見方案 (AI Bias &amp; Ethics)。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優化人機協作效率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在重大變革中嵌入人力條款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(Embed STL Remit)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 (Success Metrics)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週期時間顯著縮短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Reduction)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繼任人才準備率提升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Successor Readiness)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遺憾離職率優化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(Regrettable Attrition)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偏差案例監測與降低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Bias Mitigation)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全課精華：三層深度心智圖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2240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AI 轉型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2560320"/>
            <a:ext cx="1422473" cy="-1422473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4393" y="909247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354393" y="909247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挑戰現狀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94473" y="1137847"/>
            <a:ext cx="312743" cy="-859255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58576" y="141432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58576" y="1414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51%策略不足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4473" y="1137847"/>
            <a:ext cx="646578" cy="-64657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2411" y="354109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2411" y="35410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行政作業佔據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94473" y="1137847"/>
            <a:ext cx="859255" cy="-312743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5088" y="687944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5088" y="6879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AI自動化威脅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1422473" cy="1422473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54393" y="3754193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354393" y="3754193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4473" y="3982793"/>
            <a:ext cx="859255" cy="312743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5088" y="4158376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5088" y="41583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人力重設計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4473" y="3982793"/>
            <a:ext cx="646578" cy="64657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2411" y="4492211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2411" y="44922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倫理監測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94473" y="3982793"/>
            <a:ext cx="312743" cy="859255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58576" y="4704888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8576" y="4704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560320"/>
            <a:ext cx="-1422473" cy="1422473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09447" y="3754193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2509447" y="3754193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實作路徑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49527" y="3982793"/>
            <a:ext cx="-312743" cy="859255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8144" y="4704888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8144" y="4704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剔除行政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49527" y="3982793"/>
            <a:ext cx="-646578" cy="64657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54309" y="4492211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54309" y="44922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AI 強化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49527" y="3982793"/>
            <a:ext cx="-859255" cy="312743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41632" y="4158376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41632" y="41583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擴展開拓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2560320"/>
            <a:ext cx="-1422473" cy="-1422473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09447" y="909247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2509447" y="909247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49527" y="1137847"/>
            <a:ext cx="-859255" cy="-312743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41632" y="687944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41632" y="6879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週期時間縮短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49527" y="1137847"/>
            <a:ext cx="-646578" cy="-64657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54309" y="354109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54309" y="35410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繼任準備率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9527" y="1137847"/>
            <a:ext cx="-312743" cy="-859255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8144" y="141432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8144" y="1414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離職率優化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HRBP AI 轉型最佳實務 - 終極精修版</dc:title>
  <dc:subject>PptxGenJS Presentation</dc:subject>
  <dc:creator>Antigravity AI</dc:creator>
  <cp:lastModifiedBy>Antigravity AI</cp:lastModifiedBy>
  <cp:revision>1</cp:revision>
  <dcterms:created xsi:type="dcterms:W3CDTF">2026-03-10T16:02:12Z</dcterms:created>
  <dcterms:modified xsi:type="dcterms:W3CDTF">2026-03-10T16:02:12Z</dcterms:modified>
</cp:coreProperties>
</file>