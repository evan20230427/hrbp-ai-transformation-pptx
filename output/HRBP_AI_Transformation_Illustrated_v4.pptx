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L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| Redesigning HRBP to Fuel AI Transformation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W-Evan.Chen\.gemini\antigravity\brain\cb95dffe-33bd-4e40-a98b-feaff376ea1a\hrbp_ai_title_visual_1773157399585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引領企業 AI 轉型的策略實務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Administrator to AI Transformation Consultant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現狀挑戰：HRBP 的策略鴻溝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關鍵數據：只有 51% 的領導者滿意其 HRBP 的策略轉化能力。
</a:t>
            </a:r>
            <a:endParaRPr lang="en-US" sz="20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困境：行政瑣事佔據過多產能。
</a:t>
            </a:r>
            <a:endParaRPr lang="en-US" sz="20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模型崛起：正在快速自動化傳統的 HRBP 任務。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新定位：策略人才領袖 (STL)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C:\Users\TW-Evan.Chen\.gemini\antigravity\brain\cb95dffe-33bd-4e40-a98b-feaff376ea1a\hrbp_stl_consultant_1773157416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 不再僅是內部諮詢者，而是轉型顧問，主導 AI 引發的組織變革。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引導人力重新設計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137160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判斷職務重塑與技能再培訓的最佳時機。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解決 AI 倫理與偏見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137160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 AI 建構的人才數據透明、客觀且公平。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塑造人機協作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137160" cy="9144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平衡技術產出與員工心理健康，創造雙贏文化。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調整任務：轉型三階段路徑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C:\Users\TW-Evan.Chen\.gemini\antigravity\brain\cb95dffe-33bd-4e40-a98b-feaff376ea1a\hrbp_transformation_roadmap_17731574367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0"/>
            <a:ext cx="41148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1. 剔除舊務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2. AI 強化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3. 擴展策略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P1：剔除與 AI 重疊的行政工作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777240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定義「停止行動」清單，騰出 20-30% 產能。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P2：透過 AI 強化核心責任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777240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AI 洞察作為 BU 對話基礎，縮短決策週期。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P3：擴展至由 AI 推動的新領域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777240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 STL 小組，在變革決策中嵌入人員洞察。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成功衡量：數據驅動成效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C:\Users\TW-Evan.Chen\.gemini\antigravity\brain\cb95dffe-33bd-4e40-a98b-feaff376ea1a\hrbp_success_metrics_data_17731574540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週期時間縮短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關鍵人才準備率提升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高風險離職率降低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全課精華心智圖 (v4)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21945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轉型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2560320"/>
            <a:ext cx="23774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1371600"/>
            <a:ext cx="18288" cy="11887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09728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1.行政革新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560320"/>
            <a:ext cx="26517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7223760" y="1371600"/>
            <a:ext cx="18288" cy="11887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09728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2.STL 顧問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2560320"/>
            <a:ext cx="23774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4560" y="2560320"/>
            <a:ext cx="18288" cy="17373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402336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023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3.實作三階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560320"/>
            <a:ext cx="26517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2560320"/>
            <a:ext cx="18288" cy="17373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023360"/>
            <a:ext cx="1645920" cy="54864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023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4.成效指標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啟動您的 AI 轉型旅程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時代重新設計 HRBP 角色的最佳實務 (視覺增強版)</dc:title>
  <dc:subject>PptxGenJS Presentation</dc:subject>
  <dc:creator>Antigravity AI</dc:creator>
  <cp:lastModifiedBy>Antigravity AI</cp:lastModifiedBy>
  <cp:revision>1</cp:revision>
  <dcterms:created xsi:type="dcterms:W3CDTF">2026-03-10T15:44:49Z</dcterms:created>
  <dcterms:modified xsi:type="dcterms:W3CDTF">2026-03-10T15:44:49Z</dcterms:modified>
</cp:coreProperties>
</file>