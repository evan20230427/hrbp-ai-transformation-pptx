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MAN_V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引領企業 AI 轉型的策略實務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古羅馬雕像日常美學 | 四階心智圖 &amp; 黃底對齊 (v19)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現狀與契機：策略參與之缺口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策略參與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不足：高達 51% 的核心討論中 HRBP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(人力資源業務夥伴)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缺席，形成嚴重的策略孤島。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行政事務性束縛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：被低增值的事務性工作淹沒，阻礙了向價值創造者的轉型。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轉型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Transformation)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之潮：這是重塑 HR 邊界的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挑戰與契機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，將數據轉化為治理資產。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未來定位：策略人才領袖 (STL)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0" y="128016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(策略人才領袖)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定位：不僅是翻譯者，而是具備技術深度的人才資本 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策略人才領袖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治理核心：主導 AI 倫理 </a:t>
            </a:r>
            <a:pPr indent="0" marL="0">
              <a:lnSpc>
                <a:spcPts val="24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Ethics)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治理，規避數據驅動決策中的隱性偏見。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生產力重構：優化 人機協作 </a:t>
            </a:r>
            <a:pPr indent="0" marL="0">
              <a:lnSpc>
                <a:spcPts val="24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(Human-Machine Collaboration)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效率，實現產出的質性飛躍。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 I：主導 人力重新設計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人力重新設計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(Workforce Redesign)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：基於技術更迭預測，動態調整高階職能與團隊架構。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技能再造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(Reskilling)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：以前瞻性視角執行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技能再造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決策，解決未來的人才飢渴。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增值區域：識別自動化邊界，釋放人力於不可替代的創造性策略領域。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 II：AI 倫理治理 標準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算法公平：監測人資 AI 中的決策透明度，達成 AI 倫理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Ethics)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 之標竿。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標準建立：建立負責任的數據化準則，防止技術偏見侵蝕企業合規性。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品牌保護：確保技術篩選過程透明且公正，維護良善之企業雇主形象。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 III：優化 人機協作效率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0" y="137160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流程優化：設計具備高擴展性的人機界面與流程，極大化 人機協作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(Human-Machine Collaboration)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效率。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焦慮緩解：動態降解技術轉型帶來的心理負載，維護組織文化韌性。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反饋循環：建立科學的生產力反饋體系，持續迭代人的不可替代價值。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剔除行動：產能回收 計畫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剔除冗務：藉由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自動化路徑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(Automation Roadmap)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標竿，徹底回收低價值之行政產能。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效率革命：建立視覺化的轉型地圖，明確回收之重心與具體時點。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強化行動：賦能 策略職能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91840" y="16459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預測賦能：利用預測模型強化繼任人才管理，提升決策之前瞻性。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資產轉化：將 回收產能 轉化為人才二次開發的資本動能。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開拓階段：嵌入 策略主導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開拓領地：在關鍵變革中深度嵌入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(策略人才領袖)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條款，確立治理高度。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主導轉型：全面主導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轉型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Transformation)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決策，達成 HR 職能的終極躍遷。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全課精華：四層階梯層級與內容呼應 (v19)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轉型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978408"/>
            <a:ext cx="0" cy="149047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97840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74980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749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挑戰與契機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68580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68580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548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策略參與(51%)不足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685800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00800" y="548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978408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1069848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932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行政事務性束縛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1069848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400800" y="932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978408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1453896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3167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轉型 之衝擊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145389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400800" y="131673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0240" y="2029968"/>
            <a:ext cx="0" cy="43891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02996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80136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18013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定位責任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173736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173736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人力重新設計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09360" y="1737360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400800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2029968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0" y="2121408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1984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倫理治理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309360" y="2121408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400800" y="19842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2029968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0" y="2505456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2368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人機協作效率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309360" y="250545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6400800" y="236829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2468880"/>
            <a:ext cx="0" cy="61264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08152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0" y="285292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2286000" y="28529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轉型攻略路徑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23360" y="278892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278892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剔除回收產能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309360" y="2788920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6400800" y="2651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23360" y="3081528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23360" y="3172968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0" y="3035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強化預測職能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309360" y="3172968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6400800" y="30358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23360" y="3081528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23360" y="3557016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34198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嵌入策略主導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309360" y="35570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6400800" y="34198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2468880"/>
            <a:ext cx="0" cy="166420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20240" y="413308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86000" y="390448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80" name="Text 78"/>
          <p:cNvSpPr/>
          <p:nvPr/>
        </p:nvSpPr>
        <p:spPr>
          <a:xfrm>
            <a:off x="2286000" y="39044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驗收成功指標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23360" y="384048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23360" y="384048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0624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產能回收與效率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309360" y="3840480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86" name="Text 84"/>
          <p:cNvSpPr/>
          <p:nvPr/>
        </p:nvSpPr>
        <p:spPr>
          <a:xfrm>
            <a:off x="6400800" y="3703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023360" y="4133088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023360" y="4224528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06240" y="4087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繼任人才庫開發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6309360" y="4224528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92" name="Text 90"/>
          <p:cNvSpPr/>
          <p:nvPr/>
        </p:nvSpPr>
        <p:spPr>
          <a:xfrm>
            <a:off x="6400800" y="40873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23360" y="4133088"/>
            <a:ext cx="0" cy="4754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23360" y="4608576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0" y="4471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技能再造 適配度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309360" y="460857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98" name="Text 96"/>
          <p:cNvSpPr/>
          <p:nvPr/>
        </p:nvSpPr>
        <p:spPr>
          <a:xfrm>
            <a:off x="6400800" y="44714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HRBP AI 轉型最佳實務 - 羅馬美學與四階全量版 v19</dc:title>
  <dc:subject>PptxGenJS Presentation</dc:subject>
  <dc:creator>Antigravity AI</dc:creator>
  <cp:lastModifiedBy>Antigravity AI</cp:lastModifiedBy>
  <cp:revision>1</cp:revision>
  <dcterms:created xsi:type="dcterms:W3CDTF">2026-03-10T17:43:44Z</dcterms:created>
  <dcterms:modified xsi:type="dcterms:W3CDTF">2026-03-10T17:43:44Z</dcterms:modified>
</cp:coreProperties>
</file>