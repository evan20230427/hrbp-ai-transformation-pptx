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UXURY_GRI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Gartner Strategy | Luxury Edition v9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W-Evan.Chen\.gemini\antigravity\brain\cb95dffe-33bd-4e40-a98b-feaff376ea1a\hrbp_visionary_ladder_v9_177315913598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 AI 轉型的策略實務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45720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年度奢華旗艦版 | Gartner 核心洞察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核心挑戰：策略貢獻與事務束縛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數據揭露：僅 51% </a:t>
            </a:r>
            <a:pPr indent="0" marL="0">
              <a:lnSpc>
                <a:spcPts val="24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(Only 51%)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的領導層同意 HRBP 參與了重大策略討論。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轉型瓶頸：仍被鎖定在 AI 與自動化正在吸收的任務中 </a:t>
            </a:r>
            <a:pPr indent="0" marL="0">
              <a:lnSpc>
                <a:spcPts val="24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(Transactional Heavy)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自動化威脅：涵蓋職務描述與數據摘要等日常事務 </a:t>
            </a:r>
            <a:pPr indent="0" marL="0">
              <a:lnSpc>
                <a:spcPts val="24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(Standard Tasks)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00" dirty="0"/>
          </a:p>
        </p:txBody>
      </p:sp>
      <p:pic>
        <p:nvPicPr>
          <p:cNvPr id="5" name="Image 0" descr="C:\Users\TW-Evan.Chen\.gemini\antigravity\brain\cb95dffe-33bd-4e40-a98b-feaff376ea1a\hrbp_luxury_dashboard_v9_177315909938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0" y="1097280"/>
            <a:ext cx="274320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未來角色：策略人才領袖 (STL)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C:\Users\TW-Evan.Chen\.gemini\antigravity\scratch\pdf-xlsx-to-pptx\hrbp_animated_visual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36576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2801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定位：引導 AI 驅動轉型的人員面向 </a:t>
            </a:r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(Consultative Advantage)</a:t>
            </a:r>
            <a:pPr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進化：從「解釋人員策略」到「主導轉型對話」。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1：人力重新設計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主導職能重塑決策 </a:t>
            </a:r>
            <a:pPr indent="0" marL="0">
              <a:lnSpc>
                <a:spcPts val="28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(Redesign)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決定人才培訓與部署 </a:t>
            </a:r>
            <a:pPr indent="0" marL="0">
              <a:lnSpc>
                <a:spcPts val="28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(Reskill/Redeploy)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</p:txBody>
      </p:sp>
      <p:pic>
        <p:nvPicPr>
          <p:cNvPr id="5" name="Image 0" descr="C:\Users\TW-Evan.Chen\.gemini\antigravity\brain\cb95dffe-33bd-4e40-a98b-feaff376ea1a\hrbp_ai_collaboration_v9_177315911798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228600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2：AI 倫理與偏見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監測人才決策中的偏見 </a:t>
            </a:r>
            <a:pPr indent="0" marL="0">
              <a:lnSpc>
                <a:spcPts val="28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(Addressing Bias)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維護企業文化倫理邊界 </a:t>
            </a:r>
            <a:pPr indent="0" marL="0">
              <a:lnSpc>
                <a:spcPts val="28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(Ethics Boundary)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職責 3：人機協作效率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優化人類直覺與 AI 計算之平衡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重新設計工作流以賦能員工 </a:t>
            </a:r>
            <a:pPr indent="0" marL="0">
              <a:lnSpc>
                <a:spcPts val="28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(Empowerment)</a:t>
            </a:r>
            <a:pPr indent="0" marL="0">
              <a:lnSpc>
                <a:spcPts val="28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剔除行動：回收策略產能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定義策略重點區域 </a:t>
            </a:r>
            <a:pPr indent="0" marL="0">
              <a:lnSpc>
                <a:spcPts val="30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(Strategic Focus)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12-24 個月自動化藍圖 </a:t>
            </a:r>
            <a:pPr indent="0" marL="0">
              <a:lnSpc>
                <a:spcPts val="30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(Roadmap)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強化行動：AI 賦能高價值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更新職能模型，使 AI 準備度透明化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利用預測洞察作為領導對話基準 </a:t>
            </a:r>
            <a:pPr indent="0" marL="0">
              <a:lnSpc>
                <a:spcPts val="30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(Data-driven)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擴展行動：主導新型策略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STL Pods 小組領航</a:t>
            </a:r>
            <a:endParaRPr lang="en-US" sz="16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在轉型決策中嵌入強力條款 </a:t>
            </a:r>
            <a:pPr indent="0" marL="0">
              <a:lnSpc>
                <a:spcPts val="3000"/>
              </a:lnSpc>
              <a:buNone/>
            </a:pPr>
            <a:r>
              <a:rPr lang="en-US" sz="13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(Governance)</a:t>
            </a:r>
            <a:pPr indent="0" marL="0">
              <a:lnSpc>
                <a:spcPts val="3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關鍵衡量指標 (Success Metrics)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決策週期縮短 </a:t>
            </a:r>
            <a:pPr indent="0" marL="0">
              <a:lnSpc>
                <a:spcPts val="3200"/>
              </a:lnSpc>
              <a:buNone/>
            </a:pPr>
            <a:r>
              <a:rPr lang="en-US" sz="19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(Cycle Time Reduction)</a:t>
            </a:r>
            <a:pPr indent="0" marL="0">
              <a:lnSpc>
                <a:spcPts val="3200"/>
              </a:lnSpc>
              <a:buNone/>
            </a:pPr>
            <a:endParaRPr lang="en-US" sz="22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繼任人才準備率提升 </a:t>
            </a:r>
            <a:pPr indent="0" marL="0">
              <a:lnSpc>
                <a:spcPts val="3200"/>
              </a:lnSpc>
              <a:buNone/>
            </a:pPr>
            <a:r>
              <a:rPr lang="en-US" sz="19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(% Readiness)</a:t>
            </a:r>
            <a:pPr indent="0" marL="0">
              <a:lnSpc>
                <a:spcPts val="3200"/>
              </a:lnSpc>
              <a:buNone/>
            </a:pPr>
            <a:endParaRPr lang="en-US" sz="22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遺憾離職率優化 </a:t>
            </a:r>
            <a:pPr indent="0" marL="0">
              <a:lnSpc>
                <a:spcPts val="3200"/>
              </a:lnSpc>
              <a:buNone/>
            </a:pPr>
            <a:r>
              <a:rPr lang="en-US" sz="19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(Regrettable Attrition)</a:t>
            </a:r>
            <a:pPr indent="0" marL="0">
              <a:lnSpc>
                <a:spcPts val="3200"/>
              </a:lnSpc>
              <a:buNone/>
            </a:pPr>
            <a:endParaRPr lang="en-US" sz="22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偏見降解指標 </a:t>
            </a:r>
            <a:pPr indent="0" marL="0">
              <a:lnSpc>
                <a:spcPts val="3200"/>
              </a:lnSpc>
              <a:buNone/>
            </a:pPr>
            <a:r>
              <a:rPr lang="en-US" sz="19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(Bias Mitigation)</a:t>
            </a:r>
            <a:pPr indent="0" marL="0">
              <a:lnSpc>
                <a:spcPts val="3200"/>
              </a:lnSpc>
              <a:buNone/>
            </a:pP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全課精華：三層層級心智圖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572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19456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 AI 轉型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246888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1143000"/>
            <a:ext cx="0" cy="1325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114300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9144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914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現狀解析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1430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86868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868680"/>
            <a:ext cx="365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731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策略參與不足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023360" y="11430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06240" y="1143000"/>
            <a:ext cx="0" cy="137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0" y="1280160"/>
            <a:ext cx="365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143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行政作業負擔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246888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2286000"/>
            <a:ext cx="0" cy="18288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28600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20574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0" y="2057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定義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23360" y="22860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0" y="201168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2011680"/>
            <a:ext cx="365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人力重設計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023360" y="22860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2286000"/>
            <a:ext cx="0" cy="137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2423160"/>
            <a:ext cx="365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286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倫理與協作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246888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77440" y="2468880"/>
            <a:ext cx="0" cy="9601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342900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32004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3200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轉型三階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34290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06240" y="315468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06240" y="3154680"/>
            <a:ext cx="365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剔除/P2 強化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23360" y="34290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06240" y="3429000"/>
            <a:ext cx="0" cy="137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206240" y="3566160"/>
            <a:ext cx="365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3429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擴展開拓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011680" y="246888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77440" y="2468880"/>
            <a:ext cx="0" cy="21031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77440" y="4572000"/>
            <a:ext cx="36576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0" y="434340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0" y="43434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指標量測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023360" y="45720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06240" y="4297680"/>
            <a:ext cx="0" cy="2743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06240" y="4297680"/>
            <a:ext cx="365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效率週期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023360" y="45720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206240" y="4572000"/>
            <a:ext cx="0" cy="1371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06240" y="4709160"/>
            <a:ext cx="3657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45720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準備/流失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啟動您的數據領航之旅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時代重新設計 HRBP 角色的最佳實務 - 奢華旗艦版</dc:title>
  <dc:subject>PptxGenJS Presentation</dc:subject>
  <dc:creator>Antigravity AI</dc:creator>
  <cp:lastModifiedBy>Antigravity AI</cp:lastModifiedBy>
  <cp:revision>1</cp:revision>
  <dcterms:created xsi:type="dcterms:W3CDTF">2026-03-10T16:13:15Z</dcterms:created>
  <dcterms:modified xsi:type="dcterms:W3CDTF">2026-03-10T16:13:15Z</dcterms:modified>
</cp:coreProperties>
</file>