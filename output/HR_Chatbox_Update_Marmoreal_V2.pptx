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MOREAL_V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招募系統 Chatbox：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進度更新與 Phase 1 範圍確認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 | 視覺哲學重新演繹 (v21)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專案範圍釐清：Phase 1 確切範疇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預算考量：今年預算為 100 萬，目標上線時間 2026/06。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首階段範圍：確認包含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回答功能)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作為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報價基準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後續評估：待四家廠商提案與報價取得後，再視狀況評估是否延伸至 Part 2 或 Part 3。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雇主品牌與資訊涵蓋範圍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資訊來源：未來包含但不限於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招募網站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內容。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擴充規劃：需可視招募活動及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常見問題擴充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，分階段進行。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新增範疇：除了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招募網站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，建議一併納入「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職前簡介資訊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」連結，以提供更完整的資訊覆蓋率以回應求職者對雇主品牌的詢問。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資料庫與介接規劃：職缺媒合與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媒合資料來源：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招募網站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+ 使用者聊天回覆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(如期望地區與職務)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(應用程式介面)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介接需求：若需增加通勤資訊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(如近捷運站)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才需介接其他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(應用程式介面)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系統整合：需與科技部確認現有「麥當勞招募管理系統」與「小尖兵 APP」流程，以利與 Chatbox 廠商討論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(應用程式介面)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串接方式。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後續行動：預計下週安排跨部門會議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(包含 Rooson、Dart)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進行流程操作說明。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廠商評估策略：報價結構與 POC 決策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(概念驗證)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決策：基於開發成本與技術複雜度在可控範圍，為節省時程，建議直接進入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遴選階段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，不執行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(概念驗證)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報價廠商：包含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極致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艾卡拉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及原規劃的另外兩家，共計四家進行評估，不新增第五家。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報價結構要求：廠商需完整涵蓋一次性開發費、雲地端建置費、維護費、更新費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(人天)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Token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(權杖)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費用。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下一步：取得報價單、提案規格與成功範例後，將召開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內部共識會議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大理石之生：專案架構與四階全量對齊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Chatbox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專案架構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978408"/>
            <a:ext cx="0" cy="149047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978408"/>
            <a:ext cx="3657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74980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749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範圍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6858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68580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548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 Part 1 (AI)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68580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548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97840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06984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932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 報價基準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106984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92240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97840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45389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3167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後延 Part 2 評估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145389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92240" y="1316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2029968"/>
            <a:ext cx="0" cy="43891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029968"/>
            <a:ext cx="3657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80136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18013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資訊與內容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173736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173736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 招募網站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173736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9224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02996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0" y="212140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1984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 職前簡介資訊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92240" y="19842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202996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250545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682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常見問題擴充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446520" y="250545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6492240" y="23682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468880"/>
            <a:ext cx="0" cy="612648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081528"/>
            <a:ext cx="3657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285292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0" y="28529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系統與資料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0" y="278892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278892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職缺媒合 源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46520" y="278892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492240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23360" y="308152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23360" y="317296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API 介接需求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46520" y="317296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6492240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23360" y="308152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355701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跨部門流程再釐清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46520" y="355701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6492240" y="34198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2468880"/>
            <a:ext cx="0" cy="1664208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20240" y="4133088"/>
            <a:ext cx="3657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0" y="390448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80" name="Text 78"/>
          <p:cNvSpPr/>
          <p:nvPr/>
        </p:nvSpPr>
        <p:spPr>
          <a:xfrm>
            <a:off x="2286000" y="3904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決策與時程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23360" y="384048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360" y="384048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 POC 進 遴選階段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46520" y="384048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6492240" y="3703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3360" y="413308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023360" y="422452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四家廠商(含極致等)報價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6446520" y="422452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6492240" y="4087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23360" y="413308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460857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4471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擬辦 內部共識會議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46520" y="460857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6492240" y="44714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招募系統 Chatbox 專案進度更新 - 大理石之生</dc:title>
  <dc:subject>PptxGenJS Presentation</dc:subject>
  <dc:creator>Antigravity AI</dc:creator>
  <cp:lastModifiedBy>Antigravity AI</cp:lastModifiedBy>
  <cp:revision>1</cp:revision>
  <dcterms:created xsi:type="dcterms:W3CDTF">2026-03-10T23:22:40Z</dcterms:created>
  <dcterms:modified xsi:type="dcterms:W3CDTF">2026-03-10T23:22:40Z</dcterms:modified>
</cp:coreProperties>
</file>