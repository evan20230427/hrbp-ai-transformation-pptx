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57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Gartner Insight: Redesigning HRBP for AI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 HRBP 角色：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成為 AI 轉型顧問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Redesigning the HRBP Role to Fuel AI Transformation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3474720"/>
            <a:ext cx="36576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現況挑戰：策略參與度不足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 51% 的領導者認為 HRBP 參與了關鍵策略討論
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 HRBP 仍困於「行政事務」與「一般性流程」
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的出現讓傳統技能迅速貶值，但也提供了轉型契機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未來定位：AI 轉型顧問 (STL)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61222" y="2308697"/>
            <a:ext cx="7772400" cy="8690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引導人力重新設計 (Workforce Redesign)
</a:t>
            </a:r>
            <a:endParaRPr lang="en-US" dirty="0"/>
          </a:p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- 主導職務重塑、技能再培訓與人員重新部署策略。
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解決 AI 倫理與偏見 (AI Bias &amp; Ethics)
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- 確保 AI 驅動的人才決策透明且符合倫理。
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塑造人機協作 (Human-Machine Collaboration)
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- 在提升生產力的同時，兼顧員工參與度與文化認同。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轉型三階段實作路徑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1: 剔除舊有工作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2: 強化核心責任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3: 擴展開放領域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P1：剔除與 AI 重疊的行政工作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核心目標：騰出 20-30% 的產能投入策略項目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14935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關鍵行動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預期成果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建立自動化路徑圖 (Roadmap)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明確列出 12-24 個月內由 AI 接管的任務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定義 AI vs HRBP 邊界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實施「停止行動」清單，避免重複勞動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P2：透過 AI 強化核心策略產出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賦能 HRBP 的新武器：
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使用 AI 生成的數據洞察作為業務部門(BU)對話的基礎。
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建立 HRBP-CoE-AI 協作流，確保專業知識與 AI 工具完美結合。
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更新職能模型：將「AI 準備度」納入 HRBP 的關鍵考核。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P3：擴展至由 AI 推動的新策略領域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目標：建立高價值的 STL (Strategic Talent Leader) 模型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8862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 STL 小組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選拔具備 AI 洞察力的 HRBP 主導組織變革。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00600" y="1828800"/>
            <a:ext cx="38862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嵌入 STL 條款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在重大 AI 轉型決策中，法律規定必須參考 HRBP 的洞察。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準備好迎接 AI 時代的 HR 轉型了嗎？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0F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從現在開始，將 HRBP 定位為您的 AI 戰略夥伴。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如螢幕大小 (16:9)</PresentationFormat>
  <Paragraphs>47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重塑 HRBP 角色以推動 AI 轉型</dc:title>
  <dc:subject>PptxGenJS Presentation</dc:subject>
  <dc:creator>Antigravity AI</dc:creator>
  <cp:lastModifiedBy>Chen, Evan (TW)</cp:lastModifiedBy>
  <cp:revision>2</cp:revision>
  <dcterms:created xsi:type="dcterms:W3CDTF">2026-03-10T15:12:14Z</dcterms:created>
  <dcterms:modified xsi:type="dcterms:W3CDTF">2026-03-10T15:15:17Z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2026-03-10T15:15:17Z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32ea9a8f-4ae2-43dc-8e04-a05b092589b7</vt:lpwstr>
  </property>
  <property fmtid="{D5CDD505-2E9C-101B-9397-08002B2CF9AE}" pid="7" name="MSIP_Label_defa4170-0d19-0005-0004-bc88714345d2_ActionId">
    <vt:lpwstr>4127072d-194b-47c2-9c61-84f23339df5b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