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ED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Research | HRBP AI Transformation Strategy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W-Evan.Chen\.gemini\antigravity\brain\cb95dffe-33bd-4e40-a98b-feaff376ea1a\hrbp_ai_title_visual_1773157399585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成為 AI 轉型顧問之最佳實務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年度策略指南 | Gartner 全球實務匯總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 的生存危機：策略貢獻與事實不符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現況：目前僅有 51% 的商業領袖同意他們的 HRBP 參與了重要的策略討論。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痛點：HRBP 仍被困在 AI 已經開始吸收的事務性工作中。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工具化威脅：擬定職務說明、摘要參與數據、回答政策 FAQ，這些任務已逐漸由 AI 主導。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警訊：若不重新定義，即使是資深 HRBP 也面臨「未充分利用」的邊緣化風險。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核心轉型：策略人才領袖 (STL)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C:\Users\TW-Evan.Chen\.gemini\antigravity\brain\cb95dffe-33bd-4e40-a98b-feaff376ea1a\hrbp_stl_consultant_1773157416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 必須從「解釋人員策略」進化為「主導轉型領袖」。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引導人力設計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監測 AI 倫理偏見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優化人機協作效益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轉型導圖：三階段調整任務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C:\Users\TW-Evan.Chen\.gemini\antigravity\brain\cb95dffe-33bd-4e40-a98b-feaff376ea1a\hrbp_transformation_roadmap_17731574367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1: 剔除 - 移除行政舊務
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2: 強化 - AI 賦能核心責任
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3: 擴展 - 開拓新策略邊界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第一階段：剔除 AI 可代勞的內容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關鍵行動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具體實施細節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明確策略重點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事先定義 HRBP 每日應有的策略時間配比。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建立自動化路線圖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根據任務準備度，設定 12-24 個月的自動化移交期。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實施「停止行動」清單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明確定義 AI vs HRBP 任務邊界，嚴禁重複投產。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第二階段：透過 AI 強化核心責任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更新 HRBP 職能：確保「AI 運用能力」成為關鍵考核指標。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數據賦能對話：以 AI 生成的洞察作為領導層溝通的「基礎基線」。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協作流設計：定義 HRBP-CoE-AI 工作流，確保專業指導不缺席。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目標：顯著縮短人才決策與繼任規劃的週期時間。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第三階段：擴展至全新策略領域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啟動 STL 小組：選拔具備 AI 洞察力的 HRBP 擔任試點先鋒。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嵌入 STL 條款：在組織變更、收購、大規模 AI 部署中嵌入強大的人才條款。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轉型指標：監控因 AI 重新設計而被「重新部署」而非「裁減」的角色比例。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價值產出：降低 AI 標記的高風險角色流失率。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衡量成功的量化指標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C:\Users\TW-Evan.Chen\.gemini\antigravity\brain\cb95dffe-33bd-4e40-a98b-feaff376ea1a\hrbp_success_metrics_data_17731574540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週期時間縮短 (Cycle Time Reduction)</a:t>
            </a:r>
            <a:endParaRPr lang="en-US" sz="1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繼任者準備率提升 (% Successor Ready)</a:t>
            </a:r>
            <a:endParaRPr lang="en-US" sz="1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遺憾離職率降低 (Regrettable Attrition)</a:t>
            </a:r>
            <a:endParaRPr lang="en-US" sz="1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AI 偏見案例下降 (Bias Case Mitigation)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全課精華：AI 時代 HRBP 轉型心智圖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C:\Users\TW-Evan.Chen\.gemini\antigravity\brain\cb95dffe-33bd-4e40-a98b-feaff376ea1a\hrbp_transformation_mindmap_infographic_17731576974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73152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97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現狀：51% 策略參與度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面臨行政自動化衝擊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0972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097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顧問定位：STL 角色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主導人機協作與倫理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11480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114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三階路徑：從剔除、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強化到開拓新領域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411480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4114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指標：週期、準備率、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離職率與偏見防治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感謝您的聆聽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啟動您的 HR 轉型之旅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時代 HRBP 角色重塑最佳實務 - 旗艦版</dc:title>
  <dc:subject>PptxGenJS Presentation</dc:subject>
  <dc:creator>Antigravity AI</dc:creator>
  <cp:lastModifiedBy>Antigravity AI</cp:lastModifiedBy>
  <cp:revision>1</cp:revision>
  <dcterms:created xsi:type="dcterms:W3CDTF">2026-03-10T15:49:21Z</dcterms:created>
  <dcterms:modified xsi:type="dcterms:W3CDTF">2026-03-10T15:49:21Z</dcterms:modified>
</cp:coreProperties>
</file>