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MASTER_V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Gartner Insight | HRBP AI Transformation Zenith Guide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W-Evan.Chen\.gemini\antigravity\brain\cb95dffe-33bd-4e40-a98b-feaff376ea1a\hrbp_simple_minimalist_cover_v12_17731602643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5720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引領企業 AI 轉型的策略實務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年度終極穩定版 | 專業深度內容 (PRISTINE EDITION)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核心挑戰：策略參與的空洞化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數據實例：僅 51% </a:t>
            </a:r>
            <a:pPr indent="0" marL="0">
              <a:lnSpc>
                <a:spcPts val="2600"/>
              </a:lnSpc>
              <a:buNone/>
            </a:pPr>
            <a:r>
              <a:rPr lang="en-US" sz="14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(Only 51%)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的領導者認同 HRBP 具備足夠策略影響力。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轉型束縛：行政瑣事佔據過多產能，且 AI 正加速吸收此类任務 </a:t>
            </a:r>
            <a:pPr indent="0" marL="0">
              <a:lnSpc>
                <a:spcPts val="2600"/>
              </a:lnSpc>
              <a:buNone/>
            </a:pPr>
            <a:r>
              <a:rPr lang="en-US" sz="14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(Automation Absorption)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生存威脅：必須在 AI 極致工具化的浪潮中，重新定義「高階價值感」。</a:t>
            </a:r>
            <a:endParaRPr lang="en-US" sz="1800" dirty="0"/>
          </a:p>
        </p:txBody>
      </p:sp>
      <p:pic>
        <p:nvPicPr>
          <p:cNvPr id="5" name="Image 0" descr="C:\Users\TW-Evan.Chen\.gemini\antigravity\brain\cb95dffe-33bd-4e40-a98b-feaff376ea1a\hrbp_luxury_dashboard_v9_177315909938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097280"/>
            <a:ext cx="21945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未來視角：策略人才領袖 (STL)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重新定位：從解釋人員策略進化為「主導轉型對話」 </a:t>
            </a:r>
            <a:pPr indent="0" marL="0">
              <a:lnSpc>
                <a:spcPts val="3200"/>
              </a:lnSpc>
              <a:buNone/>
            </a:pPr>
            <a:r>
              <a:rPr lang="en-US" sz="16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(Transformation Leader)</a:t>
            </a:r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核心價值：引導人力設計、監測 AI 倫理與人機協作效率提升能力。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行動導向：直接嵌入業務變革的核心策略決策圈。</a:t>
            </a:r>
            <a:endParaRPr lang="en-US" sz="2000" dirty="0"/>
          </a:p>
        </p:txBody>
      </p:sp>
      <p:pic>
        <p:nvPicPr>
          <p:cNvPr id="5" name="Image 0" descr="C:\Users\TW-Evan.Chen\.gemini\antigravity\brain\cb95dffe-33bd-4e40-a98b-feaff376ea1a\hrbp_professional_human_v12_simple_177316028193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1097280"/>
            <a:ext cx="21945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1：人力重新設計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 AI 時代下的職能重塑與定義 </a:t>
            </a:r>
            <a:pPr indent="0" marL="0">
              <a:lnSpc>
                <a:spcPts val="2600"/>
              </a:lnSpc>
              <a:buNone/>
            </a:pPr>
            <a:r>
              <a:rPr lang="en-US" sz="14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(Redesign)</a:t>
            </a:r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決策人才培訓 </a:t>
            </a:r>
            <a:pPr indent="0" marL="0">
              <a:lnSpc>
                <a:spcPts val="2600"/>
              </a:lnSpc>
              <a:buNone/>
            </a:pPr>
            <a:r>
              <a:rPr lang="en-US" sz="14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(Reskill)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與資源分配優先級</a:t>
            </a:r>
            <a:endParaRPr lang="en-US" sz="1800" dirty="0"/>
          </a:p>
        </p:txBody>
      </p:sp>
      <p:pic>
        <p:nvPicPr>
          <p:cNvPr id="5" name="Image 0" descr="C:\Users\TW-Evan.Chen\.gemini\antigravity\brain\cb95dffe-33bd-4e40-a98b-feaff376ea1a\hrbp_transformation_journey_v10_17731595698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2286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2：應對倫理與偏見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監測人才決策中的算法偏見 </a:t>
            </a:r>
            <a:pPr indent="0" marL="0">
              <a:lnSpc>
                <a:spcPts val="2600"/>
              </a:lnSpc>
              <a:buNone/>
            </a:pPr>
            <a:r>
              <a:rPr lang="en-US" sz="14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(Address Bias)</a:t>
            </a:r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 AI 洞察之透明度與企業倫理對齊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3：優化人機協作效率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設計具備生產力且維持員工參與度的工作流</a:t>
            </a:r>
            <a:endParaRPr lang="en-US" sz="18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在技術導入過程中平衡人類直覺與 AI 計算</a:t>
            </a:r>
            <a:endParaRPr lang="en-US" sz="1800" dirty="0"/>
          </a:p>
        </p:txBody>
      </p:sp>
      <p:pic>
        <p:nvPicPr>
          <p:cNvPr id="5" name="Image 0" descr="C:\Users\TW-Evan.Chen\.gemini\antigravity\brain\cb95dffe-33bd-4e40-a98b-feaff376ea1a\hrbp_data_strategy_meeting_v10_1773159591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2286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剔除行動：回收產能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精確定義策略重點區</a:t>
            </a:r>
            <a:endParaRPr lang="en-US" sz="21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12-24 月自動化路線圖 </a:t>
            </a:r>
            <a:pPr indent="0" marL="0">
              <a:lnSpc>
                <a:spcPts val="3800"/>
              </a:lnSpc>
              <a:buNone/>
            </a:pPr>
            <a:r>
              <a:rPr lang="en-US" sz="17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(Automation Roadmap)</a:t>
            </a:r>
            <a:pPr indent="0" marL="0">
              <a:lnSpc>
                <a:spcPts val="3800"/>
              </a:lnSpc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強化行動：AI 賦能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更新模型使 AI 準備度透明化</a:t>
            </a:r>
            <a:endParaRPr lang="en-US" sz="21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利用預測大數據強化領導溝通層次 </a:t>
            </a:r>
            <a:pPr indent="0" marL="0">
              <a:lnSpc>
                <a:spcPts val="3800"/>
              </a:lnSpc>
              <a:buNone/>
            </a:pPr>
            <a:r>
              <a:rPr lang="en-US" sz="17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(Data-driven)</a:t>
            </a:r>
            <a:pPr indent="0" marL="0">
              <a:lnSpc>
                <a:spcPts val="3800"/>
              </a:lnSpc>
              <a:buNone/>
            </a:pP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擴展開拓：新策略域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試行 STL Pods 小組領航計畫</a:t>
            </a:r>
            <a:endParaRPr lang="en-US" sz="21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在重大收購與變革中嵌入 STL 治理條款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全課精華：層級深度心智圖 (V12 Elite)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0"/>
            <a:ext cx="1188720" cy="5486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94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轉型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246888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960120"/>
            <a:ext cx="0" cy="15087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96012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731520"/>
            <a:ext cx="1463040" cy="45720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731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現狀挑戰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96012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64008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6400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策略參與不足(51%)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66160" y="96012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96012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0515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行政作業佔據產能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66160" y="96012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960120"/>
            <a:ext cx="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46304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AI自動化之威脅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645920" y="246888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4520" y="219456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74520" y="219456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03120" y="1965960"/>
            <a:ext cx="1463040" cy="45720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10312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定義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66160" y="21945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9040" y="187452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187452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人力重新設計優化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66160" y="21945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49040" y="219456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9040" y="228600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倫理監測與治理力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66160" y="21945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0" y="2194560"/>
            <a:ext cx="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9040" y="26974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人機協作產出效益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645920" y="246888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74520" y="2468880"/>
            <a:ext cx="0" cy="9601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74520" y="342900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03120" y="3200400"/>
            <a:ext cx="1463040" cy="45720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210312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轉型三階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566160" y="342900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49040" y="310896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49040" y="31089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剔除舊有事務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566160" y="342900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0" y="342900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49040" y="352044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AI 強化核心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566160" y="342900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49040" y="3429000"/>
            <a:ext cx="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49040" y="393192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開拓新策略域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645920" y="246888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74520" y="2468880"/>
            <a:ext cx="0" cy="21945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74520" y="4663440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03120" y="4434840"/>
            <a:ext cx="1463040" cy="45720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61" name="Text 59"/>
          <p:cNvSpPr/>
          <p:nvPr/>
        </p:nvSpPr>
        <p:spPr>
          <a:xfrm>
            <a:off x="2103120" y="4434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成功指標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566160" y="466344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49040" y="4343400"/>
            <a:ext cx="0" cy="320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49040" y="434340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3192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週期產能回收率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566160" y="466344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0" y="466344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0" y="475488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3192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繼任準備率提升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566160" y="466344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49040" y="4663440"/>
            <a:ext cx="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749040" y="5166360"/>
            <a:ext cx="182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93192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遺憾離職率優化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啟動您的數據領航之旅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HRBP AI 轉型最佳實務 - 終極穩定修復版 v12</dc:title>
  <dc:subject>PptxGenJS Presentation</dc:subject>
  <dc:creator>Antigravity AI</dc:creator>
  <cp:lastModifiedBy>Antigravity AI</cp:lastModifiedBy>
  <cp:revision>1</cp:revision>
  <dcterms:created xsi:type="dcterms:W3CDTF">2026-03-10T16:32:19Z</dcterms:created>
  <dcterms:modified xsi:type="dcterms:W3CDTF">2026-03-10T16:32:19Z</dcterms:modified>
</cp:coreProperties>
</file>