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L_V7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Gartner Insight | HRBP AI Transformation Strategy Guide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引領企業 AI 轉型的策略實務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年度旗艦指南 | 全量深度數據版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存續危機：策略貢獻與事務束縛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關鍵數據揭露：僅 51%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(Only 51%)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的領導者同意 HRBP 參與了重大策略討論。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轉型瓶頸：HRBP 仍被鎖定在 AI 正在迅速吸收的工作中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(Transactional Work)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自動化威脅：包括職務描述、數據摘要、政策回答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(FAQ)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等任務。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核心風險：即使被視為「策略性」的人員也面臨未充分利用的風險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(Underleveraged)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未來定位：AI 轉型顧問 (STL)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未來的 HRBP 角色應定位為「策略人才領袖 </a:t>
            </a:r>
            <a:pPr indent="0" marL="0">
              <a:lnSpc>
                <a:spcPts val="30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(Strategic Talent Leaders)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權責擴張：直接引導人工智慧驅動轉型的人員面向 </a:t>
            </a:r>
            <a:pPr indent="0" marL="0">
              <a:lnSpc>
                <a:spcPts val="30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(People side of AI-driven transformation)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從解釋人員策略進化為「主導轉型對話」積極參與者。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職職責 1：引導人力重新設計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 AI 改變職務角色，主導職能重塑決策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(Workforce Redesign)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決定何時進行人員再培訓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(Reskill)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、重新部署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(Redeploy)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或逐步淘汰職位。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確保組織架構與 AI 產出能力完美對齊。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2：解決 AI 倫理與偏見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 AI 驅動的人才決策中的偏見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(Addressing Bias)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與倫理挑戰。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確保數據推薦算法的透明度與公平性。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維護企業文化的倫理邊界，防止過度依賴非結構化 AI 產出。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3：塑造人機協作效益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在提升生產力的同時，確保不以犧牲參與度為代價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(Human-machine collaboration)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優化人類直覺與 AI 計算的動態平衡。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重新設計工作流，讓員工感受到 AI 是增益而非威脅。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調整任務：轉型三階段路徑概觀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1：剔除與 AI 重疊的舊有行政負荷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(Strip out legacy work)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2：透過 AI 強化核心策略責任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(Augment core strategic responsibilities)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3：擴展至由 AI 推動的新策略領域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(Expand into new strategic work)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剔除行動：回收策略產能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事光明確定義策略重點區域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(Define strategic focus)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12-24 個月的自動化路徑圖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(Automation roadmap)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實施「停止行動」清單以界定 AI 與 HRBP 的界限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(Stop-doing list)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強化行動：AI 賦能高價值產出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 HRBP 職能模型，使「AI 準備度」透明化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(AI-readiness)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 AI 生成的預測洞察作為領導對話的基準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(AI-generated inputs)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 HRBP-CoE-AI 工作流，確保專業指導不偏移。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擴展行動：主導新型態策略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啟動與試行「策略人才領袖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(STL)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 pods 小組。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在轉型決策中嵌入 STL 條款，確保決策需參考 HR 專業判斷。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主動引導組織文化向「AI 原生」轉型。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成功指標：效率與週期 (Metrics)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特定行政任務（入職清單、報告請求）回收的工時。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人力/繼任決策週期大幅縮短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(Cycle time reduction)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目標：回收 20-30% 工時重新投入策略事項。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成功指標：人才儲備與流失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個月內關鍵職位接班準備率提升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(% Increase in successors)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標記的高風險角色中，遺憾離職率顯著降低 </a:t>
            </a:r>
            <a:pPr indent="0" marL="0"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(Reduction in attrition)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 AI 重新設計而被重新部署（而非裁員）的角色比例。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Gartner 建議：HR 專業人士專注領務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增強專業知識，保持對趨勢的即時領略。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使用診斷工具識別開發與變革機會。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利用最佳實務指南加速項目執行流程。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善用數據驅動決策，優化團隊績效產出。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總結行動清單：給 CHRO 的建議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停止觀望：立即重新定義 HRBP 角色與職權範圍。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文化建設：建立透明、倫理且具 AI 洞察力的 HR 部門。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技術投資：導入能產生「決策基準數據」的 AI 工具匯總平台。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全課精華：三層層級心智圖 (Native Stable)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9456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 AI 轉型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246888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1143000"/>
            <a:ext cx="0" cy="1325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14300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挑戰與現狀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86868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86868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73152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731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51%策略不足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143000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23444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109728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行政作業佔據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14300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143000"/>
            <a:ext cx="0" cy="457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60020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146304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AI自動自動威脅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246888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2240280"/>
            <a:ext cx="0" cy="2286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8920" y="224028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0116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顧問定義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224028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196596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196596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182880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人力重設計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24028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2240280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233172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12080" y="219456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倫理監測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224028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2240280"/>
            <a:ext cx="0" cy="457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69748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12080" y="256032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人機協作效益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377440" y="246888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88920" y="2468880"/>
            <a:ext cx="0" cy="8686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88920" y="333756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0" y="31089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轉型三階段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0" y="333756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306324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306324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12080" y="292608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剔除舊事務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0" y="333756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46320" y="3337560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6320" y="342900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20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AI 強化核心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0" y="333756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46320" y="3337560"/>
            <a:ext cx="0" cy="457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379476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12080" y="365760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12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擴展開拓新領域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377440" y="246888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88920" y="2468880"/>
            <a:ext cx="0" cy="19659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88920" y="443484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00400" y="42062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320040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成功指標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0" y="443484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416052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416052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12080" y="402336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1208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週期轉短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0" y="443484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46320" y="4434840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46320" y="452628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12080" y="438912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1208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繼任準備率提升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572000" y="4434840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46320" y="4434840"/>
            <a:ext cx="0" cy="457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846320" y="489204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212080" y="4754880"/>
            <a:ext cx="1828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1208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離職率優化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啟動您的數據領航之旅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HRBP AI Transformation Deliverable v7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時代重新設計 HRBP 角色的最佳實務 - 旗艦 2.0</dc:title>
  <dc:subject>PptxGenJS Presentation</dc:subject>
  <dc:creator>Antigravity AI</dc:creator>
  <cp:lastModifiedBy>Antigravity AI</cp:lastModifiedBy>
  <cp:revision>1</cp:revision>
  <dcterms:created xsi:type="dcterms:W3CDTF">2026-03-10T16:04:51Z</dcterms:created>
  <dcterms:modified xsi:type="dcterms:W3CDTF">2026-03-10T16:04:51Z</dcterms:modified>
</cp:coreProperties>
</file>