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L_V8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Gartner Insight | HRBP AI Transformation Strategy Guide v8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重塑 HRBP 角色：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引領企業 AI 轉型的策略實務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834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年度終極旗艦版 | 專家深度內容匯總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存續危機：策略貢獻與事務束縛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數據揭露：僅 51% </a:t>
            </a:r>
            <a:pPr indent="0" marL="0">
              <a:lnSpc>
                <a:spcPts val="24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(Only 51%)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的領導者同意 HRBP 參與了重大策略討論。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轉型瓶頸：HRBP 仍被鎖定在 AI 正在快速吸收的工作中 </a:t>
            </a:r>
            <a:pPr indent="0" marL="0">
              <a:lnSpc>
                <a:spcPts val="24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(Transactional Work)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自動化威脅：包括職務描述、數據摘要、政策回答 </a:t>
            </a:r>
            <a:pPr indent="0" marL="0">
              <a:lnSpc>
                <a:spcPts val="24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(FAQ)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等任務。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核心風險：即使被視後「策略性」的人員也面臨未充分利用的風險 </a:t>
            </a:r>
            <a:pPr indent="0" marL="0">
              <a:lnSpc>
                <a:spcPts val="24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(Underleveraged)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未來定位：AI 轉型顧問 (STL)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未來的 HRBP 角色應定位為「策略人才領袖 </a:t>
            </a:r>
            <a:pPr indent="0" marL="0">
              <a:lnSpc>
                <a:spcPts val="3000"/>
              </a:lnSpc>
              <a:buNone/>
            </a:pPr>
            <a:r>
              <a:rPr lang="en-US" sz="16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(Strategic Talent Leaders)</a:t>
            </a:r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」。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權責擴張：直接引導人工智慧驅動轉型的人員面向 </a:t>
            </a:r>
            <a:pPr indent="0" marL="0">
              <a:lnSpc>
                <a:spcPts val="3000"/>
              </a:lnSpc>
              <a:buNone/>
            </a:pPr>
            <a:r>
              <a:rPr lang="en-US" sz="16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(People side of AI transformation)</a:t>
            </a:r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從解釋人員策略進化為「主導轉型對話」積極參與者。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職責 1：引導人力重新設計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 AI 改變職務角色，主導職能重塑決策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(Workforce Redesign)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決定何時進行人員再培訓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(Reskill)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、重新部署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(Redeploy)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或逐步淘汰職位。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確保組織架構與 AI 產出能力達成最佳對齊。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職責 2：解決 AI 倫理與偏見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解決人才決策中的偏見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(Addressing Bias)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與倫理挑戰。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確保數據推薦算法的透明度與公平性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(Transparency)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維護企業文化的倫理邊界，防止過度依賴黑盒算法。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職責 3：塑造人機協作效益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在提升生產力的同時，確保參與度不墜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(Engagement)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優化人類直覺與 AI 計算的平衡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(Human-Machine Collaboration)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重新設計工作流，讓員工感受到 AI 的賦能。 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調整任務：轉型三階段路徑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1：剔除與 AI 重疊的舊有行政負荷 </a:t>
            </a:r>
            <a:pPr indent="0" marL="0">
              <a:lnSpc>
                <a:spcPts val="32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(Strip out legacy work)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2：透過 AI 強化核心策略責任 </a:t>
            </a:r>
            <a:pPr indent="0" marL="0">
              <a:lnSpc>
                <a:spcPts val="32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(Augment core responsibilities)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 3：擴展至由 AI 推動的新策略領域 </a:t>
            </a:r>
            <a:pPr indent="0" marL="0">
              <a:lnSpc>
                <a:spcPts val="32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(Expand into new strategic work)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 剔除行動：回收策略產能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明確定義策略重點區域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(Define strategic focus)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12-24 個月的自動化路徑圖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(Automation roadmap)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實施「停止行動」清單以界定 AI 與 HRBP 的界限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(Stop-doing list)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 強化行動：AI 賦能高價值產出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更新職能模型，使「AI 準備度」透明化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(AI-readiness)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利用 AI 生成的預測洞察作為領導對話的基準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inputs)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定義高效協作流，確保專業指導不偏移。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 擴展行動：主導新型態策略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啟動與試行「策略人才領袖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(STL)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 pods 小組。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在轉型決策中嵌入 STL 條款，確保決策權限。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主導引導組織文化向「AI 共生」轉型。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成功指標：效率與週期回收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行政任務（入職、報告請求）回收的工時數據。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決策週期大幅縮短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(Cycle time reduction)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目標：回收 20% 以上產能投入策略事項。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成功指標：人才儲備與流失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關鍵職位接班準備率提升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(% Successor readiness)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遺憾離職率下降 </a:t>
            </a:r>
            <a:pPr indent="0" marL="0">
              <a:lnSpc>
                <a:spcPts val="28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(Reduction in regrettable attrition)</a:t>
            </a:r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角色重新部署而非裁員的成功比例。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Gartner 建議：HR 專業提升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增強 AI 趨勢洞察 </a:t>
            </a:r>
            <a:pPr indent="0" marL="0">
              <a:lnSpc>
                <a:spcPts val="32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(Trend Insights)</a:t>
            </a:r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識別組織開發與變革契機。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加速項目執行流程管裡。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善用數據驅動決策，優化團隊績效。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CHRO 的最終行動清單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立即重新定義 HRBP 的年度績效目標與職權。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建立透明、具倫理深度且懂 AI 的 HR 部門文化。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投資關鍵 AI 分析工具匯總平台，降低數據獲取成本。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全課精華：三層層級心智圖 (V8 Final)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19456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HRBP AI 轉型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2468880"/>
            <a:ext cx="3657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1143000"/>
            <a:ext cx="0" cy="13258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1143000"/>
            <a:ext cx="4572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91440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914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現狀解析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14300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868680"/>
            <a:ext cx="0" cy="274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86868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731520"/>
            <a:ext cx="16459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731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51%策略不足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114300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1143000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28016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1143000"/>
            <a:ext cx="16459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143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行政作業佔據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14300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143000"/>
            <a:ext cx="0" cy="5486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169164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1554480"/>
            <a:ext cx="16459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AI自動自動威脅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0" y="2468880"/>
            <a:ext cx="3657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51760" y="2286000"/>
            <a:ext cx="0" cy="1828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51760" y="2286000"/>
            <a:ext cx="4572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08960" y="205740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3108960" y="2057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STL 定義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228600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2011680"/>
            <a:ext cx="0" cy="274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201168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0" y="1874520"/>
            <a:ext cx="16459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1874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人力重設計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228600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2286000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242316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2286000"/>
            <a:ext cx="16459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2286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倫理監測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0" y="228600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2286000"/>
            <a:ext cx="0" cy="5486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00600" y="283464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0" y="2697480"/>
            <a:ext cx="16459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2697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人機協作效率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86000" y="2468880"/>
            <a:ext cx="3657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51760" y="2468880"/>
            <a:ext cx="0" cy="9601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51760" y="3429000"/>
            <a:ext cx="4572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08960" y="320040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50" name="Text 48"/>
          <p:cNvSpPr/>
          <p:nvPr/>
        </p:nvSpPr>
        <p:spPr>
          <a:xfrm>
            <a:off x="3108960" y="3200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轉型三階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0" y="342900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00600" y="3154680"/>
            <a:ext cx="0" cy="274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00600" y="315468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29200" y="3017520"/>
            <a:ext cx="16459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0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 剔除行政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0" y="342900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00600" y="3429000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00600" y="356616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29200" y="3429000"/>
            <a:ext cx="16459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 AI 強化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72000" y="342900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00600" y="3429000"/>
            <a:ext cx="0" cy="5486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00600" y="397764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29200" y="3840480"/>
            <a:ext cx="16459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29200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 擴展新域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286000" y="2468880"/>
            <a:ext cx="3657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651760" y="2468880"/>
            <a:ext cx="0" cy="21031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651760" y="4572000"/>
            <a:ext cx="4572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108960" y="434340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70" name="Text 68"/>
          <p:cNvSpPr/>
          <p:nvPr/>
        </p:nvSpPr>
        <p:spPr>
          <a:xfrm>
            <a:off x="3108960" y="4343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成功衡量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572000" y="457200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00600" y="4297680"/>
            <a:ext cx="0" cy="274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00600" y="429768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029200" y="4160520"/>
            <a:ext cx="16459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29200" y="4160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週期轉短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572000" y="457200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800600" y="4572000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800600" y="470916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029200" y="4572000"/>
            <a:ext cx="16459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29200" y="4572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接班準備率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572000" y="457200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800600" y="4572000"/>
            <a:ext cx="0" cy="5486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800600" y="5120640"/>
            <a:ext cx="228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029200" y="4983480"/>
            <a:ext cx="16459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029200" y="4983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離職優化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成功引領組織，重塑未來人才競爭力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時代重新設計 HRBP 角色的最佳實務 - 旗艦 2.1</dc:title>
  <dc:subject>PptxGenJS Presentation</dc:subject>
  <dc:creator>Antigravity AI</dc:creator>
  <cp:lastModifiedBy>Antigravity AI</cp:lastModifiedBy>
  <cp:revision>1</cp:revision>
  <dcterms:created xsi:type="dcterms:W3CDTF">2026-03-10T16:08:47Z</dcterms:created>
  <dcterms:modified xsi:type="dcterms:W3CDTF">2026-03-10T16:08:47Z</dcterms:modified>
</cp:coreProperties>
</file>