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RMOREAL_V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W-Evan.Chen\.gemini\antigravity\brain\c7d2daf0-cf50-4ec0-af51-75cb91a0c238\hrbp_v21_cover_17736799461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1371600"/>
            <a:ext cx="5486400" cy="22860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164592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重塑 HRBP 角色：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引領企業 AI 轉型的策略實務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640080" y="30175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大理石之生 | 羅馬美學與四階全量對齊 (v21)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挑戰與契機：打破策略孤島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3716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MDL | PAGE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56692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數據揭謬：51% 的 HRBP </a:t>
            </a:r>
            <a:pPr indent="0" marL="0">
              <a:lnSpc>
                <a:spcPts val="2400"/>
              </a:lnSpc>
              <a:buNone/>
            </a:pPr>
            <a:r>
              <a:rPr lang="en-US" sz="120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(人力資源業務夥伴)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在 </a:t>
            </a:r>
            <a:pPr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策略參與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方面存在顯著斷層。</a:t>
            </a:r>
            <a:endParaRPr lang="en-US" sz="17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困局解鎖：擺脫 </a:t>
            </a:r>
            <a:pPr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行政事務性束縛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pPr indent="0" marL="0">
              <a:lnSpc>
                <a:spcPts val="2400"/>
              </a:lnSpc>
              <a:buNone/>
            </a:pPr>
            <a:r>
              <a:rPr lang="en-US" sz="120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(Administrative Constraints)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，將產能釋放於高增值的治理領域。</a:t>
            </a:r>
            <a:endParaRPr lang="en-US" sz="17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轉型奇點：</a:t>
            </a:r>
            <a:pPr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轉型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pPr indent="0" marL="0">
              <a:lnSpc>
                <a:spcPts val="2400"/>
              </a:lnSpc>
              <a:buNone/>
            </a:pPr>
            <a:r>
              <a:rPr lang="en-US" sz="120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(AI Transformation)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不僅是技術升級，更是 HR 角色邊界的重新詮釋。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未來角色：策略人才領袖 (STL)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3716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MDL | PAGE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840480" y="1280160"/>
            <a:ext cx="48463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生存者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：人機協同中的「關鍵接口」，負責校準算法偏見與情緒疏導。</a:t>
            </a:r>
            <a:endParaRPr lang="en-US" sz="17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產品經理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：組織操作系統的設計者，將問題封裝成產品並用數據驅動增長。</a:t>
            </a:r>
            <a:endParaRPr lang="en-US" sz="17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使命守護者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：企業長期根基的構築者，專注於文化與 </a:t>
            </a:r>
            <a:pPr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倫理治理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pPr indent="0" marL="0">
              <a:lnSpc>
                <a:spcPts val="2400"/>
              </a:lnSpc>
              <a:buNone/>
            </a:pPr>
            <a:r>
              <a:rPr lang="en-US" sz="120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(AI Ethics Governance)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 </a:t>
            </a:r>
            <a:endParaRPr lang="en-US" sz="1700" dirty="0"/>
          </a:p>
        </p:txBody>
      </p:sp>
      <p:pic>
        <p:nvPicPr>
          <p:cNvPr id="6" name="Image 0" descr="C:\Users\TW-Evan.Chen\.gemini\antigravity\brain\c7d2daf0-cf50-4ec0-af51-75cb91a0c238\hrbp_v21_stl_role_177367996067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97280"/>
            <a:ext cx="32004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 I：主導 人力重新設計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3716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MDL | PAGE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56692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結構調整：基於產出回收預測，執行規模化的 </a:t>
            </a:r>
            <a:pPr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人力重新設計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pPr indent="0" marL="0">
              <a:lnSpc>
                <a:spcPts val="2400"/>
              </a:lnSpc>
              <a:buNone/>
            </a:pPr>
            <a:r>
              <a:rPr lang="en-US" sz="120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(Workforce Redesign)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7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人才韌性：將 技能再造 視為企業核心競爭力的二次投資。</a:t>
            </a:r>
            <a:endParaRPr lang="en-US" sz="17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職能建模：定義 AI 年代不可替代的人格化高價值領域。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 II：建立 AI 倫理治理 憲法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3716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MDL | PAGE 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48463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偏見監測：建立嚴格的算法審計機制，確保 </a:t>
            </a:r>
            <a:pPr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倫理治理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pPr indent="0" marL="0">
              <a:lnSpc>
                <a:spcPts val="2400"/>
              </a:lnSpc>
              <a:buNone/>
            </a:pPr>
            <a:r>
              <a:rPr lang="en-US" sz="120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(AI Ethics Governance)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的公正性。</a:t>
            </a:r>
            <a:endParaRPr lang="en-US" sz="17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透明治理：確保每一項 AI 決策皆具備可追溯性與解釋性。</a:t>
            </a:r>
            <a:endParaRPr lang="en-US" sz="17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品牌信任：透過負責、透明的技術應用，維護企業僱傭品牌。</a:t>
            </a:r>
            <a:endParaRPr lang="en-US" sz="1700" dirty="0"/>
          </a:p>
        </p:txBody>
      </p:sp>
      <p:pic>
        <p:nvPicPr>
          <p:cNvPr id="6" name="Image 0" descr="C:\Users\TW-Evan.Chen\.gemini\antigravity\brain\c7d2daf0-cf50-4ec0-af51-75cb91a0c238\hrbp_v21_ethics_governance_1773679974929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0" y="1097280"/>
            <a:ext cx="32004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 III：優化 人機協作效率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3716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MDL | PAGE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56692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共生流設計：設計具備高同步性的人機共生引擎，優化 </a:t>
            </a:r>
            <a:pPr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人機協作效率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pPr indent="0" marL="0">
              <a:lnSpc>
                <a:spcPts val="2400"/>
              </a:lnSpc>
              <a:buNone/>
            </a:pPr>
            <a:r>
              <a:rPr lang="en-US" sz="120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(Human-Machine Collaboration)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7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心理賦能：動態評估適應度，降低轉型期的技術焦慮。</a:t>
            </a:r>
            <a:endParaRPr lang="en-US" sz="17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價值挖掘：挖掘 AI 產出中的非結構化洞察，輔助 </a:t>
            </a:r>
            <a:pPr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STL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pPr indent="0" marL="0">
              <a:lnSpc>
                <a:spcPts val="2400"/>
              </a:lnSpc>
              <a:buNone/>
            </a:pPr>
            <a:r>
              <a:rPr lang="en-US" sz="120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(策略人才領袖)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決策。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實務攻略：三階路徑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3716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MDL | PAGE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56692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</a:t>
            </a:r>
            <a:pPr indent="0" marL="0">
              <a:lnSpc>
                <a:spcPts val="2400"/>
              </a:lnSpc>
              <a:buNone/>
            </a:pPr>
            <a:r>
              <a:rPr lang="en-US" sz="120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(剔除)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：制定 </a:t>
            </a:r>
            <a:pPr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自動化路徑專案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pPr indent="0" marL="0">
              <a:lnSpc>
                <a:spcPts val="2400"/>
              </a:lnSpc>
              <a:buNone/>
            </a:pPr>
            <a:r>
              <a:rPr lang="en-US" sz="120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(Automation Roadmap)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，徹底回收行政型 </a:t>
            </a:r>
            <a:pPr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產能回收計畫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pPr indent="0" marL="0">
              <a:lnSpc>
                <a:spcPts val="2400"/>
              </a:lnSpc>
              <a:buNone/>
            </a:pPr>
            <a:r>
              <a:rPr lang="en-US" sz="120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(Cycle Time Recovery)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7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</a:t>
            </a:r>
            <a:pPr indent="0" marL="0">
              <a:lnSpc>
                <a:spcPts val="2400"/>
              </a:lnSpc>
              <a:buNone/>
            </a:pPr>
            <a:r>
              <a:rPr lang="en-US" sz="120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(強化)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：利用預測模型鎖定 繼任人才庫，精準投資高階人才。</a:t>
            </a:r>
            <a:endParaRPr lang="en-US" sz="17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</a:t>
            </a:r>
            <a:pPr indent="0" marL="0">
              <a:lnSpc>
                <a:spcPts val="2400"/>
              </a:lnSpc>
              <a:buNone/>
            </a:pPr>
            <a:r>
              <a:rPr lang="en-US" sz="120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(開拓)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：在組織大腦中嵌入 </a:t>
            </a:r>
            <a:pPr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STL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pPr indent="0" marL="0">
              <a:lnSpc>
                <a:spcPts val="2400"/>
              </a:lnSpc>
              <a:buNone/>
            </a:pPr>
            <a:r>
              <a:rPr lang="en-US" sz="120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(策略人才領袖)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策略節點，全面主導 </a:t>
            </a:r>
            <a:pPr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轉型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pPr indent="0" marL="0">
              <a:lnSpc>
                <a:spcPts val="2400"/>
              </a:lnSpc>
              <a:buNone/>
            </a:pPr>
            <a:r>
              <a:rPr lang="en-US" sz="120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(AI Transformation)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大理石之生：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雕琢 AI 時代的策略傑作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B82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即刻啟動產能回收與角色轉型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HRBP AI 轉型最佳實務 - 大理石之生 v21</dc:title>
  <dc:subject>PptxGenJS Presentation</dc:subject>
  <dc:creator>Antigravity AI</dc:creator>
  <cp:lastModifiedBy>Antigravity AI</cp:lastModifiedBy>
  <cp:revision>1</cp:revision>
  <dcterms:created xsi:type="dcterms:W3CDTF">2026-03-16T16:54:15Z</dcterms:created>
  <dcterms:modified xsi:type="dcterms:W3CDTF">2026-03-16T16:54:15Z</dcterms:modified>
</cp:coreProperties>
</file>