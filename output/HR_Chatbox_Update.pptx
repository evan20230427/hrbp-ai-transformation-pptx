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0"/>
            <a:ext cx="822960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HR Chatbox Project Update |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0"/>
            <a:ext cx="91440" cy="10972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HR招募系統Chatbox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0F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專案範圍與報價進度更新說明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2026年3月10日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重點摘要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86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專案現況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開發成本與風險可控
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跳過 POC，直接進入報價遴選
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目標上線：2026 年 6 月
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預算：100 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0600" y="1371600"/>
            <a:ext cx="3886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後續行動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83480" y="21031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邀請 4 家廠商提供報價與規格
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包含：極致、艾卡拉等
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不新增第 5 家廠商
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安排會議確認 DB API 串接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專案範圍釐清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目前結論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第一階段核心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聚焦於 Part 1（AI 回答功能）作為現階段報價基準。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雇主品牌與職缺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不限於招募網站，將一併評估納入「職前簡介資訊」。未來分階段擴充。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職缺媒合功能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需確認資料庫與 API。交通通勤等額外資訊才需介接新 API。將另開會議說明系統流程。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FAQ 後續流程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目前不在本次專案範圍，但須確認方向一致。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報價單需求項目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548640"/>
          </a:xfrm>
          <a:prstGeom prst="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4 家廠商於報價單與提案規格書中，必須完整涵蓋以下可能產生的費用，以利後續預算評估：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一次性開發費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1840" y="22860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2286000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雲端或地端建置費 (每月)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26480" y="22860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2286000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系統維護費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57600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更新費 (人天計算)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91840" y="36576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3657600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費用估算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HR招募系統Chatbox 進度更新</dc:title>
  <dc:subject>PptxGenJS Presentation</dc:subject>
  <dc:creator>Evan Chen</dc:creator>
  <cp:lastModifiedBy>Evan Chen</cp:lastModifiedBy>
  <cp:revision>1</cp:revision>
  <dcterms:created xsi:type="dcterms:W3CDTF">2026-03-10T09:42:04Z</dcterms:created>
  <dcterms:modified xsi:type="dcterms:W3CDTF">2026-03-10T09:42:04Z</dcterms:modified>
</cp:coreProperties>
</file>