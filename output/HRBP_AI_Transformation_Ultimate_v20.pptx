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RMOREAL_V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重塑 HRBP 角色：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引領企業 AI 轉型的策略實務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 | 四階連動與黃底標籤版 (v20)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挑戰與契機：打破策略孤島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6692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數據揭謬：51% 的 HRBP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(人力資源業務夥伴)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在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方面存在顯著斷層。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困局解鎖：擺脫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行政事務性束縛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(Administrative Constraints)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，將產能釋放於高增值的治理領域。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轉型奇點：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不僅是技術升級，更是 HR 角色邊界的重新詮釋。 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未來角色：策略人才領袖 (STL)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28016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身份跨越：從執行者演進為真正的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策略人才領袖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核心責任：主導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倫理治理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 Governance)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，在自動化浪潮中捍衛公平價值。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效能賦能：透過重新定義流程，極大化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 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I：主導 人力重新設計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3566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結構調整：基於產出回收預測，執行規模化的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(Workforce Redesign)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人才韌性：將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技能再造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(Reskilling)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視為企業核心競爭力的二次投資。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職能建模：定義 AI 年代不可替代的人格化高價值領域。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II：建立 AI 倫理治理 憲法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偏見監測：建立嚴格的算法審計機制，確保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倫理治理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Ethics Governance)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的公正性。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透明治理：確保每一項 AI 代行的決策皆具備可追溯性與解釋性。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品牌信任：透過負責、透明的技術應用，維護企業僱傭品牌。 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 III：優化 人機協作效率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0" y="1280160"/>
            <a:ext cx="45720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共生流設計：設計具備高同步性的人機共生引擊，優化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(Human-Machine Collaboration)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心理賦能：動態評估員工對技術的適應度，降低轉型期的技術焦慮。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價值挖掘：挖掘 AI 產出中的非結構化洞察，輔助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剔除動作：產能回收計畫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重點核心：制定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自動化路徑專案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(Automation Roadmap)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，徹底回收行政型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產能回收計畫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(Cycle Time Recovery)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基石建立：對低價值重疊流程進行「斷捨離」。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強化動作：繼任人才庫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核心賦能：利用預測模型鎖定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繼任人才庫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，確保未來競爭力。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職能放大：將回收產能轉化為高階策略人才的精準投資。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開拓動作：策略主導權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54864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關鍵開拓：在組織大腦中嵌入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STL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(策略人才領袖)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策略節點。</a:t>
            </a:r>
            <a:endParaRPr lang="en-US" sz="17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主導轉型：全面執掌 </a:t>
            </a:r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轉型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pPr indent="0" marL="0">
              <a:lnSpc>
                <a:spcPts val="2400"/>
              </a:lnSpc>
              <a:buNone/>
            </a:pPr>
            <a:r>
              <a:rPr lang="en-US" sz="1200" i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(AI Transformation)</a:t>
            </a:r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決策權位。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大理石之生：羅馬美學與四階全量對齊 (v20)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3716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MDL | PAGE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HRBP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978408"/>
            <a:ext cx="0" cy="149047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20240" y="97840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74980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0" y="7498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挑戰與契機：策略孤島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68580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68580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5486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策略參與(51%)缺口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46520" y="68580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92240" y="548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023360" y="97840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23360" y="106984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行政事務性束縛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46520" y="106984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6492240" y="9326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920" y="97840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23360" y="97840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23360" y="145389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06240" y="131673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轉型 與角色重塑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46520" y="145389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492240" y="131673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20240" y="2029968"/>
            <a:ext cx="0" cy="438912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20240" y="202996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86000" y="180136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2286000" y="180136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STL 定位：決策領袖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23360" y="173736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23360" y="173736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062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人力重新設計 主導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173736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6492240" y="16002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023360" y="202996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023360" y="212140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0" y="19842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倫理治理 監測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212140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46" name="Text 44"/>
          <p:cNvSpPr/>
          <p:nvPr/>
        </p:nvSpPr>
        <p:spPr>
          <a:xfrm>
            <a:off x="6492240" y="19842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931920" y="202996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023360" y="202996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023360" y="250545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06240" y="23682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人機協作效率 優化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46520" y="250545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6492240" y="23682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20240" y="2468880"/>
            <a:ext cx="0" cy="61264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20240" y="308152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286000" y="285292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2286000" y="28529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實務攻略：三階路徑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023360" y="278892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023360" y="278892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P1 自動化路徑專案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46520" y="278892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3" name="Text 61"/>
          <p:cNvSpPr/>
          <p:nvPr/>
        </p:nvSpPr>
        <p:spPr>
          <a:xfrm>
            <a:off x="6492240" y="2651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23360" y="308152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023360" y="317296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06240" y="3035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P2 繼任人才庫 賦能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6446520" y="317296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69" name="Text 67"/>
          <p:cNvSpPr/>
          <p:nvPr/>
        </p:nvSpPr>
        <p:spPr>
          <a:xfrm>
            <a:off x="6492240" y="303580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931920" y="308152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023360" y="308152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023360" y="355701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06240" y="341985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P3 策略主導權 確立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6446520" y="355701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6492240" y="341985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737360" y="2468880"/>
            <a:ext cx="18288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20240" y="2468880"/>
            <a:ext cx="0" cy="1664208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920240" y="4133088"/>
            <a:ext cx="365760" cy="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286000" y="3904488"/>
            <a:ext cx="1645920" cy="457200"/>
          </a:xfrm>
          <a:prstGeom prst="roundRect">
            <a:avLst>
              <a:gd name="adj" fmla="val 20000"/>
            </a:avLst>
          </a:prstGeom>
          <a:solidFill>
            <a:srgbClr val="3B82F6"/>
          </a:solidFill>
          <a:ln/>
        </p:spPr>
      </p:sp>
      <p:sp>
        <p:nvSpPr>
          <p:cNvPr id="80" name="Text 78"/>
          <p:cNvSpPr/>
          <p:nvPr/>
        </p:nvSpPr>
        <p:spPr>
          <a:xfrm>
            <a:off x="2286000" y="3904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驗收指標：轉型成效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023360" y="3840480"/>
            <a:ext cx="0" cy="29260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023360" y="3840480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703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產能回收計畫 與效率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446520" y="3840480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86" name="Text 84"/>
          <p:cNvSpPr/>
          <p:nvPr/>
        </p:nvSpPr>
        <p:spPr>
          <a:xfrm>
            <a:off x="6492240" y="3703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023360" y="4133088"/>
            <a:ext cx="0" cy="914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023360" y="4224528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206240" y="40873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技能再造 適配指標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6446520" y="4224528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2" name="Text 90"/>
          <p:cNvSpPr/>
          <p:nvPr/>
        </p:nvSpPr>
        <p:spPr>
          <a:xfrm>
            <a:off x="6492240" y="40873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931920" y="4133088"/>
            <a:ext cx="914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023360" y="4133088"/>
            <a:ext cx="0" cy="475488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023360" y="4608576"/>
            <a:ext cx="182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206240" y="4471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繼任人才庫 之準備度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46520" y="4608576"/>
            <a:ext cx="4572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98" name="Text 96"/>
          <p:cNvSpPr/>
          <p:nvPr/>
        </p:nvSpPr>
        <p:spPr>
          <a:xfrm>
            <a:off x="6492240" y="44714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HRBP AI 轉型最佳實務 - 大理石之生 v20</dc:title>
  <dc:subject>PptxGenJS Presentation</dc:subject>
  <dc:creator>Antigravity AI</dc:creator>
  <cp:lastModifiedBy>Antigravity AI</cp:lastModifiedBy>
  <cp:revision>1</cp:revision>
  <dcterms:created xsi:type="dcterms:W3CDTF">2026-03-10T17:49:52Z</dcterms:created>
  <dcterms:modified xsi:type="dcterms:W3CDTF">2026-03-10T17:49:52Z</dcterms:modified>
</cp:coreProperties>
</file>